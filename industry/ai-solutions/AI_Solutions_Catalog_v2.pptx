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Solutions Catalog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BBDEFB"/>
                </a:solidFill>
              </a:defRPr>
            </a:pPr>
            <a:r>
              <a:t>業界別 AI ワークフロー カタログ 全120品</a:t>
            </a:r>
          </a:p>
          <a:p>
            <a:pPr algn="ctr">
              <a:spcBef>
                <a:spcPts val="2400"/>
              </a:spcBef>
              <a:defRPr sz="1800" b="0">
                <a:solidFill>
                  <a:srgbClr val="90CAF9"/>
                </a:solidFill>
              </a:defRPr>
            </a:pPr>
            <a:r>
              <a:t>Powered by Dify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3F2FD"/>
                </a:solidFill>
              </a:defRPr>
            </a:pPr>
            <a:r>
              <a:t>「うちの業界の、この業務に、このAIワークフローが使える！」</a:t>
            </a:r>
          </a:p>
          <a:p>
            <a:pPr algn="ctr">
              <a:spcBef>
                <a:spcPts val="800"/>
              </a:spcBef>
              <a:defRPr sz="1400" b="0">
                <a:solidFill>
                  <a:srgbClr val="BBDEFB"/>
                </a:solidFill>
              </a:defRPr>
            </a:pPr>
            <a:r>
              <a:t>そんな "あ、これだ！" の発見を提供する、業界特化型AIソリューションメニュー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37E"/>
                </a:solidFill>
              </a:defRPr>
            </a:pPr>
            <a:r>
              <a:t>全15コース・120品 メニュー概要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1005840"/>
            <a:ext cx="1645920" cy="1417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🏢 共通（全業種共通）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25品 | AIS-01〜25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全業種で必要な基盤業務を支えるAIワークフロー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005840"/>
            <a:ext cx="1645920" cy="1417320"/>
          </a:xfrm>
          <a:prstGeom prst="round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🏭 製造業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8品 | AIS-26〜33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品質管理・工程管理・安全衛生の文書作成を効率化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005840"/>
            <a:ext cx="1645920" cy="14173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💰 金融・保険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8品 | AIS-34〜41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審査・コンプライアンス・顧客対応の正確性と迅速性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005840"/>
            <a:ext cx="1645920" cy="1417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🏥 医療・ヘルスケア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8品 | AIS-42〜49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患者のわかりやすさと医療者の効率を両立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005840"/>
            <a:ext cx="1645920" cy="14173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🛒 小売・EC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8品 | AIS-50〜57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商品の魅力を伝え、顧客を理解し、在庫を最適化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532888"/>
            <a:ext cx="1645920" cy="1417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🏠 不動産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7品 | AIS-58〜64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物件情報の見せ方と取引の抜け漏れ防止を同時に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532888"/>
            <a:ext cx="1645920" cy="141732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📚 教育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7品 | AIS-65〜71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教育の質を高めながら先生の働き方改革を実現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532888"/>
            <a:ext cx="1645920" cy="1417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🚛 物流・サプライチェーン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6品 | AIS-72〜77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物流の見える化と標準化をAIで加速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532888"/>
            <a:ext cx="1645920" cy="141732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💻 IT・SaaS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7品 | AIS-78〜84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開発チームのドキュメント負債をAIで返済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532888"/>
            <a:ext cx="1645920" cy="1417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🍽️ 飲食・ホスピタリティ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6品 | AIS-85〜90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美味しいを伝わる言葉に、安全を仕組みに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4059936"/>
            <a:ext cx="1645920" cy="1417320"/>
          </a:xfrm>
          <a:prstGeom prst="round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🏗️ 建設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6品 | AIS-91〜96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施工現場の安全と品質を文書で守る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4059936"/>
            <a:ext cx="1645920" cy="141732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📺 メディア・広告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6品 | AIS-97〜102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コンテンツ制作の量と質を同時に引き上げる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4059936"/>
            <a:ext cx="1645920" cy="141732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⚖️ 士業・専門サービス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6品 | AIS-103〜108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高度な専門知識を活かし定型業務のドラフトをAI支援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4059936"/>
            <a:ext cx="1645920" cy="14173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🏛️ 自治体・公共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6品 | AIS-109〜114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住民サービス向上と職員の業務効率化を両立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059936"/>
            <a:ext cx="1645920" cy="14173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508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👥 人材・派遣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666666"/>
                </a:solidFill>
              </a:defRPr>
            </a:pPr>
            <a:r>
              <a:t>6品 | AIS-115〜120</a:t>
            </a:r>
          </a:p>
          <a:p>
            <a:pPr algn="ctr">
              <a:spcBef>
                <a:spcPts val="300"/>
              </a:spcBef>
              <a:defRPr sz="650" b="0">
                <a:solidFill>
                  <a:srgbClr val="666666"/>
                </a:solidFill>
              </a:defRPr>
            </a:pPr>
            <a:r>
              <a:t>求人・スカウト・推薦のコミュニケーションをAI強化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5A6065"/>
                </a:solidFill>
              </a:defRPr>
            </a:pPr>
            <a:r>
              <a:t>🏢  共通コース（全業種共通）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全業種で必要な基盤業務を支えるAIワークフロー  |  25品  |  AIS-01〜25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976D2"/>
                </a:solidFill>
              </a:defRPr>
            </a:pPr>
            <a:r>
              <a:t>■ マーケティング&amp;セールス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1615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AIS-01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SEO記事自動生成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21615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AIS-08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マーケティングコピー一括生成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21615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AIS-09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AI営業提案書ジェネレーター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1615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AIS-11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メール文面パーソナライズ生成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8191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AIS-12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競合分析レポート生成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58191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AIS-13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LP/広告コピーA/Bテスト生成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8191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AIS-22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見積書ドラフト生成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976D2"/>
                </a:solidFill>
              </a:defRPr>
            </a:pPr>
            <a:r>
              <a:t>■ カスタマーサポート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249424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AIS-03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CS FAQチャットボット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249424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AIS-14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VOC分析・感情分析レポート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249424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AIS-15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問い合わせ自動分類・優先度判定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60904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976D2"/>
                </a:solidFill>
              </a:defRPr>
            </a:pPr>
            <a:r>
              <a:t>■ HR・人事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916936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AIS-10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AI求人票・JD自動生成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2916936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AIS-18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履歴書スクリーニング・評価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16936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AIS-19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面接質問自動生成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916936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AIS-20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人事評価コメント生成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282696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AIS-25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社内研修コンテンツ生成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694176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976D2"/>
                </a:solidFill>
              </a:defRPr>
            </a:pPr>
            <a:r>
              <a:t>■ 法務・コンプライアンス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950208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AIS-02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契約書リスクレビュー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950208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AIS-16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利用規約・プライバシーポリシー生成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50208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AIS-17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コンプライアンスチェックリスト生成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36168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976D2"/>
                </a:solidFill>
              </a:defRPr>
            </a:pPr>
            <a:r>
              <a:t>■ バックオフィス・経営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AIS-04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議事録AI要約・アクション抽出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4617720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AIS-06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長文ドキュメントAI要約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617720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AIS-07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WebリサーチAIレポート自動生成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4617720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AIS-21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財務分析レポート生成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02920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976D2"/>
                </a:solidFill>
              </a:defRPr>
            </a:pPr>
            <a:r>
              <a:t>■ ナレッジ・IT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28523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AIS-05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社内ナレッジAI検索チャット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528523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AIS-23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Text-to-SQL クエリ生成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5285232"/>
            <a:ext cx="201168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25400" wrap="square"/>
          <a:lstStyle/>
          <a:p>
            <a:pPr algn="ctr">
              <a:defRPr sz="700" b="1">
                <a:solidFill>
                  <a:srgbClr val="1976D2"/>
                </a:solidFill>
              </a:defRPr>
            </a:pPr>
            <a:r>
              <a:t>AIS-24</a:t>
            </a:r>
          </a:p>
          <a:p>
            <a:pPr algn="l">
              <a:defRPr sz="750" b="0">
                <a:solidFill>
                  <a:srgbClr val="333333"/>
                </a:solidFill>
              </a:defRPr>
            </a:pPr>
            <a:r>
              <a:t>API仕様書自動生成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596264"/>
                </a:solidFill>
              </a:defRPr>
            </a:pPr>
            <a:r>
              <a:t>🏭  製造業コース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品質管理・工程管理・安全衛生の文書作成を効率化  |  8品  |  AIS-26〜33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264"/>
                </a:solidFill>
              </a:defRPr>
            </a:pPr>
            <a:r>
              <a:t>AIS-26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品質検査レポート自動生成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264"/>
                </a:solidFill>
              </a:defRPr>
            </a:pPr>
            <a:r>
              <a:t>AIS-27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作業手順書(SOP)AI生成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264"/>
                </a:solidFill>
              </a:defRPr>
            </a:pPr>
            <a:r>
              <a:t>AIS-28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設備保全計画レポート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264"/>
                </a:solidFill>
              </a:defRPr>
            </a:pPr>
            <a:r>
              <a:t>AIS-29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サプライヤー評価シート生成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264"/>
                </a:solidFill>
              </a:defRPr>
            </a:pPr>
            <a:r>
              <a:t>AIS-30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製品仕様書ドラフト生成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264"/>
                </a:solidFill>
              </a:defRPr>
            </a:pPr>
            <a:r>
              <a:t>AIS-31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生産計画アドバイザー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264"/>
                </a:solidFill>
              </a:defRPr>
            </a:pPr>
            <a:r>
              <a:t>AIS-32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製造クレーム分析レポート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264"/>
                </a:solidFill>
              </a:defRPr>
            </a:pPr>
            <a:r>
              <a:t>AIS-33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安全衛生パトロールチェックリスト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66635A"/>
                </a:solidFill>
              </a:defRPr>
            </a:pPr>
            <a:r>
              <a:t>💰  金融・保険コース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審査・コンプライアンス・顧客対応の正確性と迅速性  |  8品  |  AIS-34〜41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5A"/>
                </a:solidFill>
              </a:defRPr>
            </a:pPr>
            <a:r>
              <a:t>AIS-34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融資審査コメント生成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5A"/>
                </a:solidFill>
              </a:defRPr>
            </a:pPr>
            <a:r>
              <a:t>AIS-35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金融商品説明書AI生成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5A"/>
                </a:solidFill>
              </a:defRPr>
            </a:pPr>
            <a:r>
              <a:t>AIS-36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保険商品レコメンドレポート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5A"/>
                </a:solidFill>
              </a:defRPr>
            </a:pPr>
            <a:r>
              <a:t>AIS-37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AML/KYCチェックレポート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5A"/>
                </a:solidFill>
              </a:defRPr>
            </a:pPr>
            <a:r>
              <a:t>AIS-38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投資分析レポート生成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5A"/>
                </a:solidFill>
              </a:defRPr>
            </a:pPr>
            <a:r>
              <a:t>AIS-39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顧客ポートフォリオ分析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5A"/>
                </a:solidFill>
              </a:defRPr>
            </a:pPr>
            <a:r>
              <a:t>AIS-40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保険クレーム査定コメント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5A"/>
                </a:solidFill>
              </a:defRPr>
            </a:pPr>
            <a:r>
              <a:t>AIS-41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リスク管理レポート生成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5C625D"/>
                </a:solidFill>
              </a:defRPr>
            </a:pPr>
            <a:r>
              <a:t>🏥  医療・ヘルスケアコース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患者のわかりやすさと医療者の効率を両立  |  8品  |  AIS-42〜49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AIS-42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患者説明文書生成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AIS-43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診療サマリーAI生成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AIS-44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医療論文サマリー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AIS-45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薬剤情報提供書生成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AIS-46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AI問診票分析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AIS-47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医療安全インシデントレポート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AIS-48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栄養指導計画AI生成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AIS-49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リハビリテーション計画書生成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645B5E"/>
                </a:solidFill>
              </a:defRPr>
            </a:pPr>
            <a:r>
              <a:t>🛒  小売・ECコース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商品の魅力を伝え、顧客を理解し、在庫を最適化  |  8品  |  AIS-50〜57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AIS-50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商品説明文AI生成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AIS-51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レビュー分析・改善提案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AIS-52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在庫分析・発注推奨レポート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AIS-53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プライシング分析レポート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AIS-54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顧客セグメント分析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AIS-55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メルマガ・LINE配信文生成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AIS-56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商品FAQ自動生成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AIS-57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接客マニュアルAI生成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5C625D"/>
                </a:solidFill>
              </a:defRPr>
            </a:pPr>
            <a:r>
              <a:t>🏠  不動産コース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物件情報の見せ方と取引の抜け漏れ防止を同時に  |  7品  |  AIS-58〜64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AIS-58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物件紹介文自動生成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AIS-59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重要事項説明書チェックリスト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AIS-60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物件査定レポートAI生成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AIS-61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内覧フォローメール生成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AIS-62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賃貸契約書チェックリスト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AIS-63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不動産投資分析レポート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625D"/>
                </a:solidFill>
              </a:defRPr>
            </a:pPr>
            <a:r>
              <a:t>AIS-64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管理物件月次レポート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66634E"/>
                </a:solidFill>
              </a:defRPr>
            </a:pPr>
            <a:r>
              <a:t>📚  教育コース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教育の質を高めながら先生の働き方改革を実現  |  7品  |  AIS-65〜71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4E"/>
                </a:solidFill>
              </a:defRPr>
            </a:pPr>
            <a:r>
              <a:t>AIS-65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授業計画（レッスンプラン）AI生成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4E"/>
                </a:solidFill>
              </a:defRPr>
            </a:pPr>
            <a:r>
              <a:t>AIS-66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テスト問題自動生成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4E"/>
                </a:solidFill>
              </a:defRPr>
            </a:pPr>
            <a:r>
              <a:t>AIS-67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学習進捗分析レポート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4E"/>
                </a:solidFill>
              </a:defRPr>
            </a:pPr>
            <a:r>
              <a:t>AIS-68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通知表所見文AI生成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4E"/>
                </a:solidFill>
              </a:defRPr>
            </a:pPr>
            <a:r>
              <a:t>AIS-69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シラバス自動生成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4E"/>
                </a:solidFill>
              </a:defRPr>
            </a:pPr>
            <a:r>
              <a:t>AIS-70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学習教材レコメンド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34E"/>
                </a:solidFill>
              </a:defRPr>
            </a:pPr>
            <a:r>
              <a:t>AIS-71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保護者通知文生成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5A6065"/>
                </a:solidFill>
              </a:defRPr>
            </a:pPr>
            <a:r>
              <a:t>🚛  物流・サプライチェーンコース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物流の見える化と標準化をAIで加速  |  6品  |  AIS-72〜77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A6065"/>
                </a:solidFill>
              </a:defRPr>
            </a:pPr>
            <a:r>
              <a:t>AIS-72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配送ルート最適化提案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A6065"/>
                </a:solidFill>
              </a:defRPr>
            </a:pPr>
            <a:r>
              <a:t>AIS-73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倉庫作業手順書AI生成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A6065"/>
                </a:solidFill>
              </a:defRPr>
            </a:pPr>
            <a:r>
              <a:t>AIS-74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通関書類チェックリスト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A6065"/>
                </a:solidFill>
              </a:defRPr>
            </a:pPr>
            <a:r>
              <a:t>AIS-75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サプライチェーンリスク分析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A6065"/>
                </a:solidFill>
              </a:defRPr>
            </a:pPr>
            <a:r>
              <a:t>AIS-76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輸送コスト分析レポート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A6065"/>
                </a:solidFill>
              </a:defRPr>
            </a:pPr>
            <a:r>
              <a:t>AIS-77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在庫最適化AI提案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5C5D62"/>
                </a:solidFill>
              </a:defRPr>
            </a:pPr>
            <a:r>
              <a:t>💻  IT・SaaSコース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開発チームのドキュメント負債をAIで返済  |  7品  |  AIS-78〜84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5D62"/>
                </a:solidFill>
              </a:defRPr>
            </a:pPr>
            <a:r>
              <a:t>AIS-78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障害報告書（インシデントレポート）生成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5D62"/>
                </a:solidFill>
              </a:defRPr>
            </a:pPr>
            <a:r>
              <a:t>AIS-79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リリースノート自動生成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5D62"/>
                </a:solidFill>
              </a:defRPr>
            </a:pPr>
            <a:r>
              <a:t>AIS-80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コードレビューコメント生成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5D62"/>
                </a:solidFill>
              </a:defRPr>
            </a:pPr>
            <a:r>
              <a:t>AIS-81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テストケース自動生成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5D62"/>
                </a:solidFill>
              </a:defRPr>
            </a:pPr>
            <a:r>
              <a:t>AIS-82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セキュリティ診断チェックリスト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5D62"/>
                </a:solidFill>
              </a:defRPr>
            </a:pPr>
            <a:r>
              <a:t>AIS-83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SLA/SLOレポート自動生成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C5D62"/>
                </a:solidFill>
              </a:defRPr>
            </a:pPr>
            <a:r>
              <a:t>AIS-84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ユーザーストーリー生成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666159"/>
                </a:solidFill>
              </a:defRPr>
            </a:pPr>
            <a:r>
              <a:t>🍽️  飲食・ホスピタリティコース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美味しいを伝わる言葉に、安全を仕組みに  |  6品  |  AIS-85〜90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159"/>
                </a:solidFill>
              </a:defRPr>
            </a:pPr>
            <a:r>
              <a:t>AIS-85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メニュー説明文AI生成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159"/>
                </a:solidFill>
              </a:defRPr>
            </a:pPr>
            <a:r>
              <a:t>AIS-86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口コミ返信文自動生成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159"/>
                </a:solidFill>
              </a:defRPr>
            </a:pPr>
            <a:r>
              <a:t>AIS-87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衛生管理チェックリスト生成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159"/>
                </a:solidFill>
              </a:defRPr>
            </a:pPr>
            <a:r>
              <a:t>AIS-88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宴会・コースプラン提案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159"/>
                </a:solidFill>
              </a:defRPr>
            </a:pPr>
            <a:r>
              <a:t>AIS-89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スタッフシフト最適化提案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66159"/>
                </a:solidFill>
              </a:defRPr>
            </a:pPr>
            <a:r>
              <a:t>AIS-90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食材原価分析レポート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5F5E5D"/>
                </a:solidFill>
              </a:defRPr>
            </a:pPr>
            <a:r>
              <a:t>🏗️  建設コース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施工現場の安全と品質を文書で守る  |  6品  |  AIS-91〜96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F5E5D"/>
                </a:solidFill>
              </a:defRPr>
            </a:pPr>
            <a:r>
              <a:t>AIS-91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施工計画書ドラフト生成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F5E5D"/>
                </a:solidFill>
              </a:defRPr>
            </a:pPr>
            <a:r>
              <a:t>AIS-92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安全管理計画書AI生成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F5E5D"/>
                </a:solidFill>
              </a:defRPr>
            </a:pPr>
            <a:r>
              <a:t>AIS-93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工事見積明細AI生成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F5E5D"/>
                </a:solidFill>
              </a:defRPr>
            </a:pPr>
            <a:r>
              <a:t>AIS-94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施工品質チェックリスト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F5E5D"/>
                </a:solidFill>
              </a:defRPr>
            </a:pPr>
            <a:r>
              <a:t>AIS-95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建設プロジェクト週報生成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F5E5D"/>
                </a:solidFill>
              </a:defRPr>
            </a:pPr>
            <a:r>
              <a:t>AIS-96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近隣説明文書AI生成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615B62"/>
                </a:solidFill>
              </a:defRPr>
            </a:pPr>
            <a:r>
              <a:t>📺  メディア・広告コース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コンテンツ制作の量と質を同時に引き上げる  |  6品  |  AIS-97〜102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15B62"/>
                </a:solidFill>
              </a:defRPr>
            </a:pPr>
            <a:r>
              <a:t>AIS-97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プレスリリース自動生成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15B62"/>
                </a:solidFill>
              </a:defRPr>
            </a:pPr>
            <a:r>
              <a:t>AIS-98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SNS投稿カレンダー生成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15B62"/>
                </a:solidFill>
              </a:defRPr>
            </a:pPr>
            <a:r>
              <a:t>AIS-99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インフルエンサー分析レポート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15B62"/>
                </a:solidFill>
              </a:defRPr>
            </a:pPr>
            <a:r>
              <a:t>AIS-100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動画台本（スクリプト）生成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15B62"/>
                </a:solidFill>
              </a:defRPr>
            </a:pPr>
            <a:r>
              <a:t>AIS-101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ポッドキャスト台本生成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15B62"/>
                </a:solidFill>
              </a:defRPr>
            </a:pPr>
            <a:r>
              <a:t>AIS-102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広告効果分析レポート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645D5C"/>
                </a:solidFill>
              </a:defRPr>
            </a:pPr>
            <a:r>
              <a:t>⚖️  士業・専門サービスコース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高度な専門知識を活かし定型業務のドラフトをAI支援  |  6品  |  AIS-103〜108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D5C"/>
                </a:solidFill>
              </a:defRPr>
            </a:pPr>
            <a:r>
              <a:t>AIS-103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法律相談回答ドラフト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D5C"/>
                </a:solidFill>
              </a:defRPr>
            </a:pPr>
            <a:r>
              <a:t>AIS-104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税務相談回答テンプレート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D5C"/>
                </a:solidFill>
              </a:defRPr>
            </a:pPr>
            <a:r>
              <a:t>AIS-105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特許出願明細書ドラフト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D5C"/>
                </a:solidFill>
              </a:defRPr>
            </a:pPr>
            <a:r>
              <a:t>AIS-106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会計監査チェックリスト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D5C"/>
                </a:solidFill>
              </a:defRPr>
            </a:pPr>
            <a:r>
              <a:t>AIS-107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経営コンサルレポート生成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D5C"/>
                </a:solidFill>
              </a:defRPr>
            </a:pPr>
            <a:r>
              <a:t>AIS-108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顧問契約提案書生成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596060"/>
                </a:solidFill>
              </a:defRPr>
            </a:pPr>
            <a:r>
              <a:t>🏛️  自治体・公共コース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住民サービス向上と職員の業務効率化を両立  |  6品  |  AIS-109〜114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060"/>
                </a:solidFill>
              </a:defRPr>
            </a:pPr>
            <a:r>
              <a:t>AIS-109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住民向け広報文生成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060"/>
                </a:solidFill>
              </a:defRPr>
            </a:pPr>
            <a:r>
              <a:t>AIS-110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政策ブリーフィング資料生成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060"/>
                </a:solidFill>
              </a:defRPr>
            </a:pPr>
            <a:r>
              <a:t>AIS-111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補助金申請書ドラフト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060"/>
                </a:solidFill>
              </a:defRPr>
            </a:pPr>
            <a:r>
              <a:t>AIS-112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公共施設FAQ生成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060"/>
                </a:solidFill>
              </a:defRPr>
            </a:pPr>
            <a:r>
              <a:t>AIS-113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防災マニュアルAI生成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596060"/>
                </a:solidFill>
              </a:defRPr>
            </a:pPr>
            <a:r>
              <a:t>AIS-114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議会答弁ドラフト生成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27000"/>
          <a:lstStyle/>
          <a:p>
            <a:pPr algn="ctr">
              <a:defRPr sz="2400" b="1">
                <a:solidFill>
                  <a:srgbClr val="645B5E"/>
                </a:solidFill>
              </a:defRPr>
            </a:pPr>
            <a:r>
              <a:t>👥  人材・派遣コース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66666"/>
                </a:solidFill>
              </a:defRPr>
            </a:pPr>
            <a:r>
              <a:t>求人・スカウト・推薦のコミュニケーションをAI強化  |  6品  |  AIS-115〜120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AIS-115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求人原稿一括生成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AIS-116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スカウトメール文面生成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AIS-117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候補者サーチレポート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AIS-118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派遣契約書チェックリスト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AIS-119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人材紹介レポート生成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94560"/>
            <a:ext cx="411480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>
              <a:defRPr sz="1000" b="1">
                <a:solidFill>
                  <a:srgbClr val="645B5E"/>
                </a:solidFill>
              </a:defRPr>
            </a:pPr>
            <a:r>
              <a:t>AIS-120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333333"/>
                </a:solidFill>
              </a:defRPr>
            </a:pPr>
            <a:r>
              <a:t>キャリアカウンセリング提案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t>業界別 おすすめスタートガイド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645920" cy="3200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業界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005840"/>
            <a:ext cx="3200400" cy="3200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まず試すべき1品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005840"/>
            <a:ext cx="3200400" cy="3200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次に広げる2品目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64592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🏭 製造業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325880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AIS-26 品質検査レポート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325880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AIS-27 SOP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18488"/>
            <a:ext cx="1645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💰 金融・保険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618488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AIS-34 融資審査コメント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618488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AIS-37 AML/KYC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11096"/>
            <a:ext cx="164592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🏥 医療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911096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AIS-43 診療サマリー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911096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AIS-42 患者説明文書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03704"/>
            <a:ext cx="1645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🛒 小売・EC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2203704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AIS-50 商品説明文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203704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AIS-51 レビュー分析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496312"/>
            <a:ext cx="164592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🏠 不動産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2496312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AIS-58 物件紹介文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496312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AIS-59 重説チェック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88920"/>
            <a:ext cx="1645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📚 教育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2788920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AIS-68 通知表所見文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788920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AIS-66 テスト問題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81528"/>
            <a:ext cx="164592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🚛 物流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3081528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AIS-72 配送ルート最適化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081528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AIS-74 通関チェック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74136"/>
            <a:ext cx="1645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💻 IT・SaaS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3374136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AIS-78 障害報告書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3374136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AIS-81 テストケース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66744"/>
            <a:ext cx="164592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🍽️ 飲食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03120" y="3666744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AIS-85 メニュー説明文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3666744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AIS-87 衛生管理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59352"/>
            <a:ext cx="1645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🏗️ 建設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3959352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AIS-91 施工計画書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3959352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AIS-92 安全管理計画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251960"/>
            <a:ext cx="164592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📺 メディア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3120" y="4251960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AIS-97 プレスリリース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4251960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AIS-100 動画台本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44568"/>
            <a:ext cx="1645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⚖️ 士業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4544568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AIS-103 法律相談回答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0" y="4544568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AIS-107 コンサルレポート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37176"/>
            <a:ext cx="164592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🏛️ 自治体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4837176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AIS-109 住民向け広報文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0" y="4837176"/>
            <a:ext cx="3200400" cy="274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AIS-114 議会答弁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129784"/>
            <a:ext cx="16459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👥 人材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03120" y="5129784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AIS-116 スカウトメール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3520" y="5129784"/>
            <a:ext cx="3200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333333"/>
                </a:solidFill>
              </a:defRPr>
            </a:pPr>
            <a:r>
              <a:t>AIS-115 求人原稿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7E"/>
                </a:solidFill>
              </a:defRPr>
            </a:pPr>
            <a:r>
              <a:t>Dify AI ワークフロー 導入5ステップ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6459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Step 1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333333"/>
                </a:solidFill>
              </a:defRPr>
            </a:pPr>
            <a:r>
              <a:t>課題の特定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666666"/>
                </a:solidFill>
              </a:defRPr>
            </a:pPr>
            <a:r>
              <a:t>(1日)</a:t>
            </a:r>
          </a:p>
          <a:p>
            <a:pPr algn="ctr">
              <a:spcBef>
                <a:spcPts val="800"/>
              </a:spcBef>
              <a:defRPr sz="600" b="0">
                <a:solidFill>
                  <a:srgbClr val="666666"/>
                </a:solidFill>
              </a:defRPr>
            </a:pP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現場ヒアリングで対象業務を選定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週1回以上・30分以上の文書作成業務を優先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188720"/>
            <a:ext cx="16459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Step 2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333333"/>
                </a:solidFill>
              </a:defRPr>
            </a:pPr>
            <a:r>
              <a:t>PoC（概念実証）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666666"/>
                </a:solidFill>
              </a:defRPr>
            </a:pPr>
            <a:r>
              <a:t>(1-2週間)</a:t>
            </a:r>
          </a:p>
          <a:p>
            <a:pPr algn="ctr">
              <a:spcBef>
                <a:spcPts val="800"/>
              </a:spcBef>
              <a:defRPr sz="600" b="0">
                <a:solidFill>
                  <a:srgbClr val="666666"/>
                </a:solidFill>
              </a:defRPr>
            </a:pP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カタログから2-3品を選びプロトタイプ構築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実際の業務データで効果を検証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0" y="1188720"/>
            <a:ext cx="16459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Step 3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333333"/>
                </a:solidFill>
              </a:defRPr>
            </a:pPr>
            <a:r>
              <a:t>パイロット運用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666666"/>
                </a:solidFill>
              </a:defRPr>
            </a:pPr>
            <a:r>
              <a:t>(1ヶ月)</a:t>
            </a:r>
          </a:p>
          <a:p>
            <a:pPr algn="ctr">
              <a:spcBef>
                <a:spcPts val="800"/>
              </a:spcBef>
              <a:defRPr sz="600" b="0">
                <a:solidFill>
                  <a:srgbClr val="666666"/>
                </a:solidFill>
              </a:defRPr>
            </a:pP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5-10名の限定チームで実運用開始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KPI: 時間50%短縮・修正率30%以下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88720"/>
            <a:ext cx="16459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Step 4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333333"/>
                </a:solidFill>
              </a:defRPr>
            </a:pPr>
            <a:r>
              <a:t>本格導入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666666"/>
                </a:solidFill>
              </a:defRPr>
            </a:pPr>
            <a:r>
              <a:t>(2-3ヶ月)</a:t>
            </a:r>
          </a:p>
          <a:p>
            <a:pPr algn="ctr">
              <a:spcBef>
                <a:spcPts val="800"/>
              </a:spcBef>
              <a:defRPr sz="600" b="0">
                <a:solidFill>
                  <a:srgbClr val="666666"/>
                </a:solidFill>
              </a:defRPr>
            </a:pP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全社展開・トレーニング実施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利用ガイドライン・テンプレート整備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188720"/>
            <a:ext cx="16459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Step 5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333333"/>
                </a:solidFill>
              </a:defRPr>
            </a:pPr>
            <a:r>
              <a:t>拡張・最適化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666666"/>
                </a:solidFill>
              </a:defRPr>
            </a:pPr>
            <a:r>
              <a:t>(継続)</a:t>
            </a:r>
          </a:p>
          <a:p>
            <a:pPr algn="ctr">
              <a:spcBef>
                <a:spcPts val="800"/>
              </a:spcBef>
              <a:defRPr sz="600" b="0">
                <a:solidFill>
                  <a:srgbClr val="666666"/>
                </a:solidFill>
              </a:defRPr>
            </a:pP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プロンプトチューニング・品質向上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666666"/>
                </a:solidFill>
              </a:defRPr>
            </a:pPr>
            <a:r>
              <a:t>新規ワークフロー追加・横展開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全120品のAIワークフローで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御社の業務を変革します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BDEFB"/>
                </a:solidFill>
              </a:defRPr>
            </a:pPr>
            <a:r>
              <a:t>15業界 × ノーコード/ローコード × 最短1日でプロトタイプ完成</a:t>
            </a:r>
          </a:p>
          <a:p>
            <a:pPr algn="ctr">
              <a:spcBef>
                <a:spcPts val="1600"/>
              </a:spcBef>
              <a:defRPr sz="10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800"/>
              </a:spcBef>
              <a:defRPr sz="1400" b="0">
                <a:solidFill>
                  <a:srgbClr val="90CAF9"/>
                </a:solidFill>
              </a:defRPr>
            </a:pPr>
            <a:r>
              <a:t>Powered by Dify  |  AI Solutions Menu Catalog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